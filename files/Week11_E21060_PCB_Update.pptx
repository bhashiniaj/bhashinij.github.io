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7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NSD/Arduino-Shield-Templat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Converter PCB Update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shield connection, sensing, protection, and layout finalization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A.J. (E/21/060)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Week's Changes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5213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Arduino connection from loose wires to a shield-style plug-in design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the load resistor with battery connection pins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input voltage and current sensors for real-time monitoring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zener diode to protect the feedback signal into the Arduino ADC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physical clearance for heatsinks on the MOSFET and diode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all 4 Arduino header connectors using exact official coordinates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PCB layout zones and measured board dimensions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Arduino: Shield-Style Connection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5911" y="901631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5604" y="98059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loose jumper wires near a 20kHz switching signal can pick up noise and interfere with each other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PCB plugs directly onto the Arduino, like a shield — short, fixed connections, no loose wires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4370" y="192024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DCEEEF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8470" y="2044817"/>
            <a:ext cx="1691640" cy="57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(8-pin)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40330" y="1922277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DCEEE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7085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(6-pin)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89145" y="1905716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DCEEE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7524" y="1922277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(8-pin)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192024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DCEEEF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26339" y="1904351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High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(10-pin)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5911" y="47582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header connectors placed at exact Arduino Uno spacing — grouped and locked as one unit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C2CC2A-AE98-482A-AA85-42A5AFFF5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359" y="2865833"/>
            <a:ext cx="4834066" cy="1818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B9D3DD-8F62-40AA-B12A-82059A210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48" y="0"/>
            <a:ext cx="74133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&amp; Current Sensing + Protection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sensors added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 (ACS712) — inline between PV panel and inductor, feeds Arduino A2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voltage sensor — divider tapping the PV input, feeds A1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 voltage sensor — existing R2/R3 divider, feeds A0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added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46320" y="1874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Zener diode (5.1V) placed between the Vout feedback line and GND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Clamps the signal into A0, protecting the Arduino's ADC from voltage spikes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Heatsinks &amp; Component Clearance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1816"/>
            <a:ext cx="8046720" cy="3579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Heatsinks needed on Q2 (IRF540N) and D1 (MBR10100CT) — both dissipate real power at switching frequency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schematic component — purely a PCB layout and mechanical planning consideration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15-20mm clearance between Q2 and D1, so clip-on heatsinks don't collide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Repositioned C1 (output capacitor) away from Q2 to avoid crowding the heatsink zone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Insulating thermal pads planned if both heatsinks sit close together, in case TO-220 tabs are live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CONSIDER THE 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Shield-Style Connector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25705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the official Arduino Uno R3 Eagle CAD files (header pin coordinates)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4 generic pin headers (Power, Analog In, Digital Low, Digital High) at the exact official spacing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and locked the 4 headers, so relative spacing can't be accidentally disturbed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PCB plugs directly onto a real Arduino Uno, no loose wiring needed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AF6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template used:</a:t>
            </a:r>
            <a:endParaRPr lang="en-US" sz="14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640080" y="4142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github.com/LNSD/Arduino-Shield-Template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 Layout Dimensions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size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110mm x 100mm — sized to comfortably fit the power stage, gate drive, sensing, and header zones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802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clearances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745155"/>
              </p:ext>
            </p:extLst>
          </p:nvPr>
        </p:nvGraphicFramePr>
        <p:xfrm>
          <a:off x="627796" y="2599899"/>
          <a:ext cx="7967563" cy="1524000"/>
        </p:xfrm>
        <a:graphic>
          <a:graphicData uri="http://schemas.openxmlformats.org/drawingml/2006/table">
            <a:tbl>
              <a:tblPr/>
              <a:tblGrid>
                <a:gridCol w="416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to D1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15-20mm (heatsink clearance)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driver (U1) to Q2 gate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20mm (short gate trace)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stage to feedback/sensing zone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25-30mm (noise isolation)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to board 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2.5-4mm minimum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block to nearest 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20-25mm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2">
            <a:extLst>
              <a:ext uri="{FF2B5EF4-FFF2-40B4-BE49-F238E27FC236}">
                <a16:creationId xmlns:a16="http://schemas.microsoft.com/office/drawing/2014/main" id="{28EFA099-144A-425B-9F37-EBDB3FE6BBA4}"/>
              </a:ext>
            </a:extLst>
          </p:cNvPr>
          <p:cNvSpPr/>
          <p:nvPr/>
        </p:nvSpPr>
        <p:spPr>
          <a:xfrm>
            <a:off x="580030" y="4283577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connections are in progress</a:t>
            </a:r>
            <a:endParaRPr lang="en-US" sz="13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736A71-B09D-4E7C-A29E-8A914D0F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30" y="0"/>
            <a:ext cx="47081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90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509</Words>
  <Application>Microsoft Office PowerPoint</Application>
  <PresentationFormat>On-screen Show (16:9)</PresentationFormat>
  <Paragraphs>68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— Boost Converter PCB Update</dc:title>
  <dc:subject>PptxGenJS Presentation</dc:subject>
  <dc:creator>Bhashini A.J.</dc:creator>
  <cp:lastModifiedBy>bhashini jagodage</cp:lastModifiedBy>
  <cp:revision>4</cp:revision>
  <dcterms:created xsi:type="dcterms:W3CDTF">2026-07-18T18:42:52Z</dcterms:created>
  <dcterms:modified xsi:type="dcterms:W3CDTF">2026-07-18T21:03:33Z</dcterms:modified>
</cp:coreProperties>
</file>